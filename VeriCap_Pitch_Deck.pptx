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VERICAP | Cap Table Audit Copilot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VERICAP | Hackathon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VeriCap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 Audit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equity reconciliation from legal source of truth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Equity Discrepancies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474720" cy="2560320"/>
          </a:xfrm>
          <a:prstGeom prst="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Documents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SPA, SAFE, Voting, IRA, Board Consents are scattered across emails and data rooms.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645920"/>
            <a:ext cx="429768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Conversion Math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SAFE / Convertible note triggers and option pool expansions.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017520"/>
            <a:ext cx="429768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Cross-Checking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Lawyers and founders waste hours manually tracing cap tables back to legal texts.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VeriCap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raw .docx / .pdf.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Auto-classify by doc type and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parses facts into normalized Equity Events with evidence traces.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132320" y="18288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638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theoretical Cap Table Excel &amp; Flag conflicts.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 Evidence-Driven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Engine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Analyzes Legal Texts (SPA, Voting, etc.)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Facts (e.g., Price: $1.67)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Retains Exact Source Location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Confidence Scores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402336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Facts to Standardized Events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Simulates Option Pool Increases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Computes SAFE Conversions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Outputs Clean Excel Export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 Business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LegalTech Market is projected to reach $69.7B by 2033 (12.2% CAGR).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560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Firms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billable hours on initial reviews. Higher throughput for financing deals.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194560"/>
            <a:ext cx="2560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Legal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28346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Pre-diligence self-checks. Identify missing documents before the VC auditors arrive.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2560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/ CFOs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equity tables independently. Lower friction in next round of funding.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VeriCap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but verify.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2026-04-13T01:39:53Z</dcterms:created>
  <dcterms:modified xsi:type="dcterms:W3CDTF">2026-04-13T01:39:53Z</dcterms:modified>
</cp:coreProperties>
</file>